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57" r:id="rId7"/>
    <p:sldId id="258" r:id="rId8"/>
    <p:sldId id="267" r:id="rId9"/>
    <p:sldId id="269" r:id="rId10"/>
    <p:sldId id="266" r:id="rId11"/>
    <p:sldId id="265" r:id="rId12"/>
    <p:sldId id="268" r:id="rId13"/>
    <p:sldId id="270" r:id="rId14"/>
    <p:sldId id="272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60" r:id="rId2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842" autoAdjust="0"/>
    <p:restoredTop sz="94660"/>
  </p:normalViewPr>
  <p:slideViewPr>
    <p:cSldViewPr>
      <p:cViewPr varScale="1">
        <p:scale>
          <a:sx n="77" d="100"/>
          <a:sy n="77" d="100"/>
        </p:scale>
        <p:origin x="-7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2016-04-20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2016-04-20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2016-04-20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2016-04-20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2016-04-20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2016-04-20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pPr/>
              <a:t>2016-04-20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youtu.be/60MMLaZS-MQ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youtu.be/hFowcbm8Xwo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13Un1BnTYoY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smtClean="0"/>
              <a:t>게임 종합 포트폴리오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143504" y="4643446"/>
            <a:ext cx="2986086" cy="1281106"/>
          </a:xfrm>
        </p:spPr>
        <p:txBody>
          <a:bodyPr/>
          <a:lstStyle/>
          <a:p>
            <a:r>
              <a:rPr lang="ko-KR" altLang="en-US" b="1" dirty="0" smtClean="0">
                <a:solidFill>
                  <a:schemeClr val="tx1"/>
                </a:solidFill>
              </a:rPr>
              <a:t>박헌일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b="1" dirty="0" smtClean="0"/>
              <a:t>목차</a:t>
            </a:r>
            <a:endParaRPr lang="ko-KR" altLang="en-US" sz="4000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14414" y="2500306"/>
            <a:ext cx="8229600" cy="3482981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ko-KR" altLang="en-US" sz="3500" b="1" dirty="0" smtClean="0"/>
              <a:t>자기 소개</a:t>
            </a:r>
            <a:endParaRPr lang="en-US" altLang="ko-KR" sz="3500" b="1" dirty="0" smtClean="0"/>
          </a:p>
          <a:p>
            <a:pPr marL="514350" indent="-514350">
              <a:buAutoNum type="arabicPeriod"/>
            </a:pPr>
            <a:r>
              <a:rPr lang="ko-KR" altLang="en-US" sz="3500" b="1" dirty="0" smtClean="0"/>
              <a:t>포트폴리오 작업 내용 </a:t>
            </a:r>
            <a:endParaRPr lang="en-US" altLang="ko-KR" sz="3500" b="1" dirty="0" smtClean="0"/>
          </a:p>
          <a:p>
            <a:pPr marL="514350" indent="-514350">
              <a:buAutoNum type="arabicPeriod"/>
            </a:pPr>
            <a:r>
              <a:rPr lang="ko-KR" altLang="en-US" sz="3500" b="1" dirty="0" smtClean="0"/>
              <a:t>코딩 스타일</a:t>
            </a:r>
            <a:r>
              <a:rPr lang="en-US" altLang="ko-KR" sz="3500" b="1" dirty="0" smtClean="0"/>
              <a:t> </a:t>
            </a:r>
            <a:endParaRPr lang="ko-KR" altLang="en-US" sz="35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5720" y="428604"/>
            <a:ext cx="4000528" cy="1143000"/>
          </a:xfrm>
        </p:spPr>
        <p:txBody>
          <a:bodyPr>
            <a:normAutofit/>
          </a:bodyPr>
          <a:lstStyle/>
          <a:p>
            <a:r>
              <a:rPr lang="en-US" altLang="ko-KR" sz="4000" b="1" dirty="0" smtClean="0"/>
              <a:t>1.</a:t>
            </a:r>
            <a:r>
              <a:rPr lang="ko-KR" altLang="en-US" sz="4000" b="1" dirty="0" smtClean="0"/>
              <a:t>자기 소개</a:t>
            </a:r>
            <a:endParaRPr lang="ko-KR" altLang="en-US" sz="4000" b="1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785926"/>
            <a:ext cx="7448550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 txBox="1">
            <a:spLocks/>
          </p:cNvSpPr>
          <p:nvPr/>
        </p:nvSpPr>
        <p:spPr>
          <a:xfrm>
            <a:off x="-571536" y="2857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</a:t>
            </a:r>
            <a:r>
              <a:rPr kumimoji="0" lang="en-US" altLang="ko-KR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포트폴리오 작업 내용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928802"/>
            <a:ext cx="5550161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0398" y="2786058"/>
            <a:ext cx="5643602" cy="3613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제목 1"/>
          <p:cNvSpPr txBox="1">
            <a:spLocks/>
          </p:cNvSpPr>
          <p:nvPr/>
        </p:nvSpPr>
        <p:spPr>
          <a:xfrm>
            <a:off x="285720" y="1285860"/>
            <a:ext cx="6715172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2-1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. C++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객체 지향을 이용한 </a:t>
            </a:r>
            <a:r>
              <a:rPr lang="ko-KR" altLang="en-US" sz="2000" b="1" dirty="0" err="1" smtClean="0">
                <a:latin typeface="+mj-lt"/>
                <a:ea typeface="+mj-ea"/>
                <a:cs typeface="+mj-cs"/>
              </a:rPr>
              <a:t>인베이더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 게임 만들기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제목 1">
            <a:hlinkClick r:id="rId4"/>
          </p:cNvPr>
          <p:cNvSpPr txBox="1">
            <a:spLocks/>
          </p:cNvSpPr>
          <p:nvPr/>
        </p:nvSpPr>
        <p:spPr>
          <a:xfrm>
            <a:off x="214282" y="5715016"/>
            <a:ext cx="3214678" cy="64294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lvl="0" algn="ctr">
              <a:spcBef>
                <a:spcPct val="0"/>
              </a:spcBef>
            </a:pPr>
            <a:r>
              <a:rPr lang="ko-KR" altLang="en-US" sz="2000" b="1" dirty="0" smtClean="0">
                <a:solidFill>
                  <a:schemeClr val="accent4">
                    <a:lumMod val="50000"/>
                  </a:schemeClr>
                </a:solidFill>
                <a:latin typeface="+mj-lt"/>
                <a:ea typeface="+mj-ea"/>
                <a:cs typeface="+mj-cs"/>
                <a:hlinkClick r:id="rId4"/>
              </a:rPr>
              <a:t>게임 동영상 보기 클릭</a:t>
            </a:r>
            <a:endParaRPr lang="en-US" altLang="ko-KR" sz="2000" b="1" dirty="0" smtClean="0">
              <a:solidFill>
                <a:schemeClr val="accent4">
                  <a:lumMod val="50000"/>
                </a:schemeClr>
              </a:solidFill>
              <a:latin typeface="+mj-lt"/>
              <a:ea typeface="+mj-ea"/>
              <a:cs typeface="+mj-cs"/>
              <a:hlinkClick r:id="rId4"/>
            </a:endParaRPr>
          </a:p>
          <a:p>
            <a:pPr lvl="0" algn="ctr">
              <a:spcBef>
                <a:spcPct val="0"/>
              </a:spcBef>
            </a:pP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4"/>
              </a:rPr>
              <a:t>(</a:t>
            </a:r>
            <a:r>
              <a:rPr kumimoji="0" lang="ko-KR" alt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4"/>
              </a:rPr>
              <a:t>유튜브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4"/>
              </a:rPr>
              <a:t>)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285720" y="1285860"/>
            <a:ext cx="6715172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2-1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. C++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객체 지향을 이용한 </a:t>
            </a:r>
            <a:r>
              <a:rPr lang="ko-KR" altLang="en-US" sz="2000" b="1" dirty="0" err="1" smtClean="0">
                <a:latin typeface="+mj-lt"/>
                <a:ea typeface="+mj-ea"/>
                <a:cs typeface="+mj-cs"/>
              </a:rPr>
              <a:t>인베이더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 게임 만들기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-571536" y="2857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</a:t>
            </a:r>
            <a:r>
              <a:rPr kumimoji="0" lang="en-US" altLang="ko-KR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포트폴리오 작업 내용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714348" y="2214554"/>
            <a:ext cx="7715304" cy="3857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just">
              <a:spcBef>
                <a:spcPct val="0"/>
              </a:spcBef>
            </a:pP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1. 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파서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(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파일입출력 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: invader.txt)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를 이용한 </a:t>
            </a:r>
            <a:r>
              <a:rPr lang="ko-KR" altLang="en-US" sz="2000" b="1" dirty="0" err="1" smtClean="0">
                <a:latin typeface="+mj-lt"/>
                <a:ea typeface="+mj-ea"/>
                <a:cs typeface="+mj-cs"/>
              </a:rPr>
              <a:t>인베이더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 난이도 조정</a:t>
            </a:r>
          </a:p>
          <a:p>
            <a:pPr lvl="0" algn="just">
              <a:spcBef>
                <a:spcPct val="0"/>
              </a:spcBef>
            </a:pPr>
            <a:endParaRPr lang="ko-KR" altLang="en-US" sz="2000" b="1" dirty="0" smtClean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2. 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자료구조 이중 </a:t>
            </a:r>
            <a:r>
              <a:rPr lang="ko-KR" altLang="en-US" sz="2000" b="1" dirty="0" err="1" smtClean="0">
                <a:latin typeface="+mj-lt"/>
                <a:ea typeface="+mj-ea"/>
                <a:cs typeface="+mj-cs"/>
              </a:rPr>
              <a:t>리스트을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 이용한 데이터</a:t>
            </a:r>
            <a:endParaRPr lang="en-US" altLang="ko-KR" sz="2000" b="1" dirty="0" smtClean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 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(</a:t>
            </a:r>
            <a:r>
              <a:rPr lang="ko-KR" altLang="en-US" sz="2000" b="1" dirty="0" err="1" smtClean="0">
                <a:latin typeface="+mj-lt"/>
                <a:ea typeface="+mj-ea"/>
                <a:cs typeface="+mj-cs"/>
              </a:rPr>
              <a:t>몬스터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미사일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플레이어 등 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)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관리 </a:t>
            </a:r>
          </a:p>
          <a:p>
            <a:pPr lvl="0" algn="just">
              <a:spcBef>
                <a:spcPct val="0"/>
              </a:spcBef>
            </a:pPr>
            <a:endParaRPr lang="ko-KR" altLang="en-US" sz="2000" b="1" dirty="0" smtClean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3. 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클래스를 이용한 상속관계</a:t>
            </a:r>
          </a:p>
          <a:p>
            <a:pPr lvl="0" algn="just">
              <a:spcBef>
                <a:spcPct val="0"/>
              </a:spcBef>
            </a:pPr>
            <a:endParaRPr lang="ko-KR" altLang="en-US" sz="2000" b="1" dirty="0" smtClean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4. 2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단계까지 난이도 </a:t>
            </a:r>
            <a:r>
              <a:rPr lang="ko-KR" altLang="en-US" sz="2000" b="1" dirty="0" err="1" smtClean="0">
                <a:latin typeface="+mj-lt"/>
                <a:ea typeface="+mj-ea"/>
                <a:cs typeface="+mj-cs"/>
              </a:rPr>
              <a:t>만듬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857364"/>
            <a:ext cx="5097350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제목 1"/>
          <p:cNvSpPr>
            <a:spLocks noGrp="1"/>
          </p:cNvSpPr>
          <p:nvPr>
            <p:ph type="ctrTitle"/>
          </p:nvPr>
        </p:nvSpPr>
        <p:spPr>
          <a:xfrm>
            <a:off x="-142908" y="1214422"/>
            <a:ext cx="6715172" cy="642942"/>
          </a:xfrm>
        </p:spPr>
        <p:txBody>
          <a:bodyPr>
            <a:normAutofit/>
          </a:bodyPr>
          <a:lstStyle/>
          <a:p>
            <a:r>
              <a:rPr lang="en-US" altLang="ko-KR" sz="2000" b="1" dirty="0" smtClean="0"/>
              <a:t>2-2. 2D</a:t>
            </a:r>
            <a:r>
              <a:rPr lang="ko-KR" altLang="en-US" sz="2000" b="1" dirty="0" smtClean="0"/>
              <a:t>게임 </a:t>
            </a:r>
            <a:r>
              <a:rPr lang="en-US" altLang="ko-KR" sz="2000" b="1" dirty="0" smtClean="0"/>
              <a:t>- TCP </a:t>
            </a:r>
            <a:r>
              <a:rPr lang="ko-KR" altLang="en-US" sz="2000" b="1" dirty="0" smtClean="0"/>
              <a:t>파이터 서버와 클라이언트</a:t>
            </a:r>
            <a:endParaRPr lang="ko-KR" altLang="en-US" sz="2000" b="1" dirty="0"/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-571536" y="2857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</a:t>
            </a:r>
            <a:r>
              <a:rPr kumimoji="0" lang="en-US" altLang="ko-KR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포트폴리오 작업 내용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628" y="1714488"/>
            <a:ext cx="4000528" cy="4631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제목 1">
            <a:hlinkClick r:id="rId4"/>
          </p:cNvPr>
          <p:cNvSpPr txBox="1">
            <a:spLocks/>
          </p:cNvSpPr>
          <p:nvPr/>
        </p:nvSpPr>
        <p:spPr>
          <a:xfrm>
            <a:off x="714348" y="5857892"/>
            <a:ext cx="3214678" cy="64294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lvl="0" algn="ctr">
              <a:spcBef>
                <a:spcPct val="0"/>
              </a:spcBef>
            </a:pPr>
            <a:r>
              <a:rPr lang="ko-KR" altLang="en-US" sz="2000" b="1" dirty="0" smtClean="0">
                <a:solidFill>
                  <a:schemeClr val="accent4">
                    <a:lumMod val="50000"/>
                  </a:schemeClr>
                </a:solidFill>
                <a:latin typeface="+mj-lt"/>
                <a:ea typeface="+mj-ea"/>
                <a:cs typeface="+mj-cs"/>
                <a:hlinkClick r:id="rId4"/>
              </a:rPr>
              <a:t>게임 동영상 보기 클릭</a:t>
            </a:r>
            <a:endParaRPr lang="en-US" altLang="ko-KR" sz="2000" b="1" dirty="0" smtClean="0">
              <a:solidFill>
                <a:schemeClr val="accent4">
                  <a:lumMod val="50000"/>
                </a:schemeClr>
              </a:solidFill>
              <a:latin typeface="+mj-lt"/>
              <a:ea typeface="+mj-ea"/>
              <a:cs typeface="+mj-cs"/>
              <a:hlinkClick r:id="rId4"/>
            </a:endParaRPr>
          </a:p>
          <a:p>
            <a:pPr lvl="0" algn="ctr">
              <a:spcBef>
                <a:spcPct val="0"/>
              </a:spcBef>
            </a:pP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4"/>
              </a:rPr>
              <a:t>(</a:t>
            </a:r>
            <a:r>
              <a:rPr kumimoji="0" lang="ko-KR" alt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4"/>
              </a:rPr>
              <a:t>유튜브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4"/>
              </a:rPr>
              <a:t>)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-142908" y="1214422"/>
            <a:ext cx="6715172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2-2. 2D</a:t>
            </a: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게임 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- TCP </a:t>
            </a: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파이터 서버와 클라이언트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-571536" y="2857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</a:t>
            </a:r>
            <a:r>
              <a:rPr kumimoji="0" lang="en-US" altLang="ko-KR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포트폴리오 작업 내용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642910" y="2214554"/>
            <a:ext cx="7715304" cy="3857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〮 TCP </a:t>
            </a: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파이터 서버와 클라이언트의 특징 및 구현</a:t>
            </a: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서버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, </a:t>
            </a:r>
            <a:r>
              <a:rPr lang="en-US" altLang="ko-KR" sz="2000" b="1" dirty="0" smtClean="0"/>
              <a:t>2D  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클라이언트 모두 구현</a:t>
            </a: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r>
              <a:rPr lang="ko-KR" altLang="en-US" sz="2000" b="1" dirty="0" smtClean="0"/>
              <a:t>언어 </a:t>
            </a:r>
            <a:r>
              <a:rPr lang="en-US" altLang="ko-KR" sz="2000" b="1" dirty="0" smtClean="0"/>
              <a:t>: C++/ C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,</a:t>
            </a:r>
            <a:r>
              <a:rPr kumimoji="0" lang="en-US" altLang="ko-KR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C++ STL 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사용</a:t>
            </a:r>
            <a:r>
              <a:rPr kumimoji="0" lang="en-US" altLang="ko-KR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</a:t>
            </a: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서버 모델 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:Select</a:t>
            </a:r>
            <a:r>
              <a:rPr kumimoji="0" lang="en-US" altLang="ko-KR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lang="en-US" altLang="ko-KR" sz="2000" b="1" dirty="0" smtClean="0">
              <a:latin typeface="+mj-lt"/>
              <a:ea typeface="+mj-ea"/>
              <a:cs typeface="+mj-cs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클라이언트</a:t>
            </a:r>
            <a:r>
              <a:rPr kumimoji="0" lang="en-US" altLang="ko-KR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, </a:t>
            </a:r>
            <a:r>
              <a:rPr kumimoji="0" lang="ko-KR" altLang="en-US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서버 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섹터 구현</a:t>
            </a:r>
            <a:endParaRPr lang="en-US" altLang="ko-KR" sz="2000" b="1" dirty="0" smtClean="0">
              <a:latin typeface="+mj-lt"/>
              <a:ea typeface="+mj-ea"/>
              <a:cs typeface="+mj-cs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큐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리스트 구현</a:t>
            </a:r>
            <a:endParaRPr lang="en-US" altLang="ko-KR" sz="2000" b="1" dirty="0" smtClean="0">
              <a:latin typeface="+mj-lt"/>
              <a:ea typeface="+mj-ea"/>
              <a:cs typeface="+mj-cs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구조체로 </a:t>
            </a:r>
            <a:r>
              <a:rPr lang="ko-KR" altLang="en-US" sz="2000" b="1" dirty="0" err="1" smtClean="0">
                <a:latin typeface="+mj-lt"/>
                <a:ea typeface="+mj-ea"/>
                <a:cs typeface="+mj-cs"/>
              </a:rPr>
              <a:t>패킷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 구현</a:t>
            </a:r>
            <a:endParaRPr lang="en-US" altLang="ko-KR" sz="2000" b="1" dirty="0" smtClean="0">
              <a:latin typeface="+mj-lt"/>
              <a:ea typeface="+mj-ea"/>
              <a:cs typeface="+mj-cs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객체 클래스화</a:t>
            </a:r>
            <a:endParaRPr lang="en-US" altLang="ko-KR" sz="2000" b="1" dirty="0" smtClean="0">
              <a:latin typeface="+mj-lt"/>
              <a:ea typeface="+mj-ea"/>
              <a:cs typeface="+mj-cs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 txBox="1">
            <a:spLocks/>
          </p:cNvSpPr>
          <p:nvPr/>
        </p:nvSpPr>
        <p:spPr>
          <a:xfrm>
            <a:off x="-571536" y="2857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</a:t>
            </a:r>
            <a:r>
              <a:rPr kumimoji="0" lang="en-US" altLang="ko-KR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포트폴리오 작업 내용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0" y="1214422"/>
            <a:ext cx="8572528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2-3. J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S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ON</a:t>
            </a:r>
            <a:r>
              <a:rPr kumimoji="0" lang="en-US" altLang="ko-KR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을 이용한 친구 관리 시스템 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및 채팅 욕 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DB 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거르기 채팅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1857364"/>
            <a:ext cx="5314950" cy="477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 txBox="1">
            <a:spLocks/>
          </p:cNvSpPr>
          <p:nvPr/>
        </p:nvSpPr>
        <p:spPr>
          <a:xfrm>
            <a:off x="-571536" y="2857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</a:t>
            </a:r>
            <a:r>
              <a:rPr kumimoji="0" lang="en-US" altLang="ko-KR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포트폴리오 작업 내용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0" y="1214422"/>
            <a:ext cx="8572528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2-3. J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S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ON</a:t>
            </a:r>
            <a:r>
              <a:rPr kumimoji="0" lang="en-US" altLang="ko-KR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을 이용한 친구 관리 시스템 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및 채팅 욕 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DB 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거르기 채팅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857364"/>
            <a:ext cx="8305800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9124" y="3676650"/>
            <a:ext cx="4305300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제목 1"/>
          <p:cNvSpPr txBox="1">
            <a:spLocks/>
          </p:cNvSpPr>
          <p:nvPr/>
        </p:nvSpPr>
        <p:spPr>
          <a:xfrm>
            <a:off x="-571536" y="2857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</a:t>
            </a:r>
            <a:r>
              <a:rPr kumimoji="0" lang="en-US" altLang="ko-KR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포트폴리오 작업 내용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500034" y="2143116"/>
            <a:ext cx="7715304" cy="42148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just">
              <a:spcBef>
                <a:spcPct val="0"/>
              </a:spcBef>
            </a:pP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1.</a:t>
            </a:r>
            <a:r>
              <a:rPr lang="en-US" altLang="ko-KR" sz="2000" b="1" dirty="0" smtClean="0"/>
              <a:t> JSON </a:t>
            </a:r>
            <a:r>
              <a:rPr lang="ko-KR" altLang="en-US" sz="2000" b="1" dirty="0" smtClean="0"/>
              <a:t>을 이용한 친구 관리 시스템 </a:t>
            </a:r>
            <a:endParaRPr lang="en-US" altLang="ko-KR" sz="2000" b="1" dirty="0" smtClean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endParaRPr lang="en-US" altLang="ko-KR" sz="2000" b="1" dirty="0" smtClean="0">
              <a:latin typeface="+mj-lt"/>
              <a:ea typeface="+mj-ea"/>
              <a:cs typeface="+mj-cs"/>
            </a:endParaRPr>
          </a:p>
          <a:p>
            <a:pPr algn="just">
              <a:spcBef>
                <a:spcPct val="0"/>
              </a:spcBef>
            </a:pPr>
            <a:r>
              <a:rPr lang="en-US" altLang="ko-KR" b="1" dirty="0" smtClean="0">
                <a:latin typeface="+mj-lt"/>
                <a:ea typeface="+mj-ea"/>
                <a:cs typeface="+mj-cs"/>
              </a:rPr>
              <a:t> 1.1 JSON </a:t>
            </a:r>
            <a:r>
              <a:rPr lang="ko-KR" altLang="en-US" b="1" dirty="0" smtClean="0">
                <a:latin typeface="+mj-lt"/>
                <a:ea typeface="+mj-ea"/>
                <a:cs typeface="+mj-cs"/>
              </a:rPr>
              <a:t>이용 </a:t>
            </a:r>
            <a:r>
              <a:rPr lang="en-US" altLang="ko-KR" b="1" dirty="0" smtClean="0">
                <a:latin typeface="+mj-lt"/>
                <a:ea typeface="+mj-ea"/>
                <a:cs typeface="+mj-cs"/>
              </a:rPr>
              <a:t>,</a:t>
            </a:r>
            <a:r>
              <a:rPr lang="ko-KR" altLang="en-US" b="1" dirty="0" smtClean="0"/>
              <a:t> 모델 </a:t>
            </a:r>
            <a:r>
              <a:rPr lang="en-US" altLang="ko-KR" b="1" dirty="0" smtClean="0"/>
              <a:t>:Select </a:t>
            </a:r>
            <a:endParaRPr lang="ko-KR" altLang="en-US" b="1" dirty="0" smtClean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endParaRPr lang="ko-KR" altLang="en-US" b="1" dirty="0" smtClean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r>
              <a:rPr lang="en-US" altLang="ko-KR" b="1" dirty="0" smtClean="0">
                <a:latin typeface="+mj-lt"/>
                <a:ea typeface="+mj-ea"/>
                <a:cs typeface="+mj-cs"/>
              </a:rPr>
              <a:t> 1.2 </a:t>
            </a:r>
            <a:r>
              <a:rPr lang="ko-KR" altLang="en-US" b="1" dirty="0" smtClean="0">
                <a:latin typeface="+mj-lt"/>
                <a:ea typeface="+mj-ea"/>
                <a:cs typeface="+mj-cs"/>
              </a:rPr>
              <a:t>자료구조 </a:t>
            </a:r>
            <a:r>
              <a:rPr lang="en-US" altLang="ko-KR" b="1" dirty="0" smtClean="0">
                <a:latin typeface="+mj-lt"/>
                <a:ea typeface="+mj-ea"/>
                <a:cs typeface="+mj-cs"/>
              </a:rPr>
              <a:t>STL </a:t>
            </a:r>
            <a:r>
              <a:rPr lang="ko-KR" altLang="en-US" b="1" dirty="0" err="1" smtClean="0">
                <a:latin typeface="+mj-lt"/>
                <a:ea typeface="+mj-ea"/>
                <a:cs typeface="+mj-cs"/>
              </a:rPr>
              <a:t>리스트을</a:t>
            </a:r>
            <a:r>
              <a:rPr lang="ko-KR" altLang="en-US" b="1" dirty="0" smtClean="0">
                <a:latin typeface="+mj-lt"/>
                <a:ea typeface="+mj-ea"/>
                <a:cs typeface="+mj-cs"/>
              </a:rPr>
              <a:t> 이용한 친구 데이터 관리</a:t>
            </a:r>
            <a:endParaRPr lang="en-US" altLang="ko-KR" b="1" dirty="0" smtClean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endParaRPr lang="en-US" altLang="ko-KR" sz="2000" b="1" dirty="0" smtClean="0">
              <a:latin typeface="+mj-lt"/>
              <a:ea typeface="+mj-ea"/>
              <a:cs typeface="+mj-cs"/>
            </a:endParaRPr>
          </a:p>
          <a:p>
            <a:pPr algn="just">
              <a:spcBef>
                <a:spcPct val="0"/>
              </a:spcBef>
            </a:pPr>
            <a:r>
              <a:rPr lang="en-US" altLang="ko-KR" sz="2000" b="1" dirty="0" smtClean="0"/>
              <a:t>2.</a:t>
            </a:r>
            <a:r>
              <a:rPr lang="ko-KR" altLang="en-US" sz="2000" b="1" dirty="0" smtClean="0"/>
              <a:t>채팅 욕 </a:t>
            </a:r>
            <a:r>
              <a:rPr lang="en-US" altLang="ko-KR" sz="2000" b="1" dirty="0" smtClean="0"/>
              <a:t>DB </a:t>
            </a:r>
            <a:r>
              <a:rPr lang="ko-KR" altLang="en-US" sz="2000" b="1" dirty="0" smtClean="0"/>
              <a:t>거르기</a:t>
            </a:r>
          </a:p>
          <a:p>
            <a:pPr lvl="0" algn="just">
              <a:spcBef>
                <a:spcPct val="0"/>
              </a:spcBef>
            </a:pPr>
            <a:endParaRPr lang="en-US" altLang="ko-KR" sz="2000" b="1" dirty="0" smtClean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  </a:t>
            </a:r>
            <a:r>
              <a:rPr lang="en-US" altLang="ko-KR" b="1" dirty="0" smtClean="0">
                <a:latin typeface="+mj-lt"/>
                <a:ea typeface="+mj-ea"/>
                <a:cs typeface="+mj-cs"/>
              </a:rPr>
              <a:t>2.1</a:t>
            </a:r>
            <a:r>
              <a:rPr lang="ko-KR" altLang="en-US" b="1" dirty="0" smtClean="0">
                <a:latin typeface="+mj-lt"/>
                <a:ea typeface="+mj-ea"/>
                <a:cs typeface="+mj-cs"/>
              </a:rPr>
              <a:t>채팅 욕 </a:t>
            </a:r>
            <a:r>
              <a:rPr lang="en-US" altLang="ko-KR" b="1" dirty="0" smtClean="0">
                <a:latin typeface="+mj-lt"/>
                <a:ea typeface="+mj-ea"/>
                <a:cs typeface="+mj-cs"/>
              </a:rPr>
              <a:t>DB </a:t>
            </a:r>
            <a:r>
              <a:rPr lang="ko-KR" altLang="en-US" b="1" dirty="0" smtClean="0">
                <a:latin typeface="+mj-lt"/>
                <a:ea typeface="+mj-ea"/>
                <a:cs typeface="+mj-cs"/>
              </a:rPr>
              <a:t>거르기 에코 서버</a:t>
            </a:r>
            <a:endParaRPr lang="en-US" altLang="ko-KR" b="1" dirty="0" smtClean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endParaRPr lang="en-US" altLang="ko-KR" sz="2000" b="1" dirty="0" smtClean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r>
              <a:rPr lang="en-US" altLang="ko-KR" b="1" dirty="0" smtClean="0">
                <a:latin typeface="+mj-lt"/>
                <a:ea typeface="+mj-ea"/>
                <a:cs typeface="+mj-cs"/>
              </a:rPr>
              <a:t>  2.2</a:t>
            </a:r>
            <a:r>
              <a:rPr lang="ko-KR" altLang="en-US" b="1" dirty="0" smtClean="0">
                <a:latin typeface="+mj-lt"/>
                <a:ea typeface="+mj-ea"/>
                <a:cs typeface="+mj-cs"/>
              </a:rPr>
              <a:t>서버 </a:t>
            </a:r>
            <a:r>
              <a:rPr lang="en-US" altLang="ko-KR" b="1" dirty="0" smtClean="0">
                <a:latin typeface="+mj-lt"/>
                <a:ea typeface="+mj-ea"/>
                <a:cs typeface="+mj-cs"/>
              </a:rPr>
              <a:t>IOCP, </a:t>
            </a:r>
            <a:r>
              <a:rPr lang="ko-KR" altLang="en-US" b="1" dirty="0" err="1" smtClean="0">
                <a:latin typeface="+mj-lt"/>
                <a:ea typeface="+mj-ea"/>
                <a:cs typeface="+mj-cs"/>
              </a:rPr>
              <a:t>스트림</a:t>
            </a:r>
            <a:r>
              <a:rPr lang="ko-KR" altLang="en-US" b="1" dirty="0" smtClean="0">
                <a:latin typeface="+mj-lt"/>
                <a:ea typeface="+mj-ea"/>
                <a:cs typeface="+mj-cs"/>
              </a:rPr>
              <a:t> </a:t>
            </a:r>
            <a:r>
              <a:rPr lang="ko-KR" altLang="en-US" b="1" dirty="0" err="1" smtClean="0">
                <a:latin typeface="+mj-lt"/>
                <a:ea typeface="+mj-ea"/>
                <a:cs typeface="+mj-cs"/>
              </a:rPr>
              <a:t>큐이용</a:t>
            </a:r>
            <a:r>
              <a:rPr lang="ko-KR" altLang="en-US" b="1" dirty="0" smtClean="0">
                <a:latin typeface="+mj-lt"/>
                <a:ea typeface="+mj-ea"/>
                <a:cs typeface="+mj-cs"/>
              </a:rPr>
              <a:t> </a:t>
            </a:r>
          </a:p>
          <a:p>
            <a:pPr lvl="0" algn="just">
              <a:spcBef>
                <a:spcPct val="0"/>
              </a:spcBef>
            </a:pPr>
            <a:endParaRPr lang="ko-KR" altLang="en-US" sz="2000" b="1" dirty="0" smtClean="0">
              <a:latin typeface="+mj-lt"/>
              <a:ea typeface="+mj-ea"/>
              <a:cs typeface="+mj-cs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0" y="1214422"/>
            <a:ext cx="8572528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2-3. J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S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ON</a:t>
            </a:r>
            <a:r>
              <a:rPr kumimoji="0" lang="en-US" altLang="ko-KR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을 이용한 친구 관리 시스템 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및 채팅 욕 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DB 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거르기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 txBox="1">
            <a:spLocks/>
          </p:cNvSpPr>
          <p:nvPr/>
        </p:nvSpPr>
        <p:spPr>
          <a:xfrm>
            <a:off x="-571536" y="2857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</a:t>
            </a:r>
            <a:r>
              <a:rPr kumimoji="0" lang="en-US" altLang="ko-KR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포트폴리오 작업 내용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-785850" y="1214422"/>
            <a:ext cx="6715172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2-4.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 서버 모니터링 </a:t>
            </a:r>
            <a:r>
              <a:rPr lang="ko-KR" altLang="en-US" sz="2000" b="1" dirty="0" err="1" smtClean="0">
                <a:latin typeface="+mj-lt"/>
                <a:ea typeface="+mj-ea"/>
                <a:cs typeface="+mj-cs"/>
              </a:rPr>
              <a:t>뷰어차트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857364"/>
            <a:ext cx="6800850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4810" y="4500570"/>
            <a:ext cx="4647774" cy="1680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제목 1"/>
          <p:cNvSpPr txBox="1">
            <a:spLocks/>
          </p:cNvSpPr>
          <p:nvPr/>
        </p:nvSpPr>
        <p:spPr>
          <a:xfrm>
            <a:off x="-571536" y="2857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</a:t>
            </a:r>
            <a:r>
              <a:rPr kumimoji="0" lang="en-US" altLang="ko-KR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포트폴리오 작업 내용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-785850" y="1214422"/>
            <a:ext cx="6715172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2-4.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 서버 모니터링 </a:t>
            </a:r>
            <a:r>
              <a:rPr lang="ko-KR" altLang="en-US" sz="2000" b="1" dirty="0" err="1" smtClean="0">
                <a:latin typeface="+mj-lt"/>
                <a:ea typeface="+mj-ea"/>
                <a:cs typeface="+mj-cs"/>
              </a:rPr>
              <a:t>뷰어차트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714348" y="1857364"/>
            <a:ext cx="7715304" cy="42148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just">
              <a:spcBef>
                <a:spcPct val="0"/>
              </a:spcBef>
            </a:pPr>
            <a:r>
              <a:rPr lang="ko-KR" altLang="en-US" sz="2000" b="1" dirty="0" smtClean="0"/>
              <a:t>서버 모니터링 </a:t>
            </a:r>
            <a:r>
              <a:rPr lang="ko-KR" altLang="en-US" sz="2000" b="1" dirty="0" err="1" smtClean="0"/>
              <a:t>뷰어차트</a:t>
            </a:r>
            <a:endParaRPr lang="en-US" altLang="ko-KR" sz="2000" b="1" dirty="0" smtClean="0"/>
          </a:p>
          <a:p>
            <a:pPr lvl="0" algn="just">
              <a:spcBef>
                <a:spcPct val="0"/>
              </a:spcBef>
            </a:pPr>
            <a:endParaRPr lang="en-US" altLang="ko-KR" sz="2000" b="1" dirty="0" smtClean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r>
              <a:rPr lang="en-US" altLang="ko-KR" b="1" dirty="0" smtClean="0">
                <a:latin typeface="+mj-lt"/>
                <a:ea typeface="+mj-ea"/>
                <a:cs typeface="+mj-cs"/>
              </a:rPr>
              <a:t> 1. </a:t>
            </a:r>
            <a:r>
              <a:rPr lang="ko-KR" altLang="en-US" b="1" dirty="0" smtClean="0">
                <a:latin typeface="+mj-lt"/>
                <a:ea typeface="+mj-ea"/>
                <a:cs typeface="+mj-cs"/>
              </a:rPr>
              <a:t>윈도우 </a:t>
            </a:r>
            <a:r>
              <a:rPr lang="en-US" altLang="ko-KR" b="1" dirty="0" smtClean="0">
                <a:latin typeface="+mj-lt"/>
                <a:ea typeface="+mj-ea"/>
                <a:cs typeface="+mj-cs"/>
              </a:rPr>
              <a:t>API </a:t>
            </a:r>
            <a:r>
              <a:rPr lang="ko-KR" altLang="en-US" b="1" dirty="0" smtClean="0">
                <a:latin typeface="+mj-lt"/>
                <a:ea typeface="+mj-ea"/>
                <a:cs typeface="+mj-cs"/>
              </a:rPr>
              <a:t>이용</a:t>
            </a:r>
            <a:endParaRPr lang="en-US" altLang="ko-KR" b="1" dirty="0" smtClean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endParaRPr lang="en-US" altLang="ko-KR" b="1" dirty="0" smtClean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r>
              <a:rPr lang="en-US" altLang="ko-KR" b="1" dirty="0" smtClean="0">
                <a:latin typeface="+mj-lt"/>
                <a:ea typeface="+mj-ea"/>
                <a:cs typeface="+mj-cs"/>
              </a:rPr>
              <a:t> 2. </a:t>
            </a:r>
            <a:r>
              <a:rPr lang="ko-KR" altLang="en-US" b="1" dirty="0" smtClean="0">
                <a:latin typeface="+mj-lt"/>
                <a:ea typeface="+mj-ea"/>
                <a:cs typeface="+mj-cs"/>
              </a:rPr>
              <a:t>큐 이용</a:t>
            </a:r>
            <a:endParaRPr lang="en-US" altLang="ko-KR" b="1" dirty="0" smtClean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endParaRPr lang="en-US" altLang="ko-KR" b="1" dirty="0" smtClean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r>
              <a:rPr lang="en-US" altLang="ko-KR" b="1" dirty="0" smtClean="0">
                <a:latin typeface="+mj-lt"/>
                <a:ea typeface="+mj-ea"/>
                <a:cs typeface="+mj-cs"/>
              </a:rPr>
              <a:t> 3. </a:t>
            </a:r>
            <a:r>
              <a:rPr lang="ko-KR" altLang="en-US" b="1" dirty="0" smtClean="0">
                <a:latin typeface="+mj-lt"/>
                <a:ea typeface="+mj-ea"/>
                <a:cs typeface="+mj-cs"/>
              </a:rPr>
              <a:t>서버 모니터링을 하기 위한 그래프 작업</a:t>
            </a:r>
            <a:endParaRPr lang="en-US" altLang="ko-KR" b="1" dirty="0" smtClean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endParaRPr lang="en-US" altLang="ko-KR" b="1" dirty="0" smtClean="0">
              <a:latin typeface="+mj-lt"/>
              <a:ea typeface="+mj-ea"/>
              <a:cs typeface="+mj-cs"/>
            </a:endParaRPr>
          </a:p>
          <a:p>
            <a:pPr lvl="0" algn="just">
              <a:spcBef>
                <a:spcPct val="0"/>
              </a:spcBef>
            </a:pPr>
            <a:r>
              <a:rPr lang="en-US" altLang="ko-KR" b="1" dirty="0" smtClean="0">
                <a:latin typeface="+mj-lt"/>
                <a:ea typeface="+mj-ea"/>
                <a:cs typeface="+mj-cs"/>
              </a:rPr>
              <a:t> 4. </a:t>
            </a:r>
            <a:r>
              <a:rPr lang="ko-KR" altLang="en-US" b="1" dirty="0" smtClean="0">
                <a:latin typeface="+mj-lt"/>
                <a:ea typeface="+mj-ea"/>
                <a:cs typeface="+mj-cs"/>
              </a:rPr>
              <a:t>일정 수준이 넘으면 </a:t>
            </a:r>
            <a:r>
              <a:rPr lang="ko-KR" altLang="en-US" b="1" dirty="0" err="1" smtClean="0">
                <a:latin typeface="+mj-lt"/>
                <a:ea typeface="+mj-ea"/>
                <a:cs typeface="+mj-cs"/>
              </a:rPr>
              <a:t>소리나게</a:t>
            </a:r>
            <a:r>
              <a:rPr lang="ko-KR" altLang="en-US" b="1" dirty="0" smtClean="0">
                <a:latin typeface="+mj-lt"/>
                <a:ea typeface="+mj-ea"/>
                <a:cs typeface="+mj-cs"/>
              </a:rPr>
              <a:t> 함</a:t>
            </a: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14810" y="1857364"/>
            <a:ext cx="4333875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 txBox="1">
            <a:spLocks/>
          </p:cNvSpPr>
          <p:nvPr/>
        </p:nvSpPr>
        <p:spPr>
          <a:xfrm>
            <a:off x="-571536" y="2857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</a:t>
            </a:r>
            <a:r>
              <a:rPr kumimoji="0" lang="en-US" altLang="ko-KR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포트폴리오 작업 내용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000364" y="5500702"/>
            <a:ext cx="1928826" cy="1071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ChatServer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928926" y="3143248"/>
            <a:ext cx="1928826" cy="1071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GameServer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원통 13"/>
          <p:cNvSpPr/>
          <p:nvPr/>
        </p:nvSpPr>
        <p:spPr>
          <a:xfrm>
            <a:off x="3000364" y="1928802"/>
            <a:ext cx="1643074" cy="785818"/>
          </a:xfrm>
          <a:prstGeom prst="ca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DB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00034" y="4143380"/>
            <a:ext cx="1928826" cy="1071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LoginServer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429256" y="3143248"/>
            <a:ext cx="1928826" cy="1071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dirty="0" err="1" smtClean="0">
                <a:solidFill>
                  <a:schemeClr val="tx1"/>
                </a:solidFill>
              </a:rPr>
              <a:t>MonitoringServer</a:t>
            </a:r>
            <a:endParaRPr lang="ko-KR" altLang="en-US" sz="17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500694" y="5500702"/>
            <a:ext cx="1928826" cy="1071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AgentServer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1" name="직선 연결선 20"/>
          <p:cNvCxnSpPr>
            <a:stCxn id="14" idx="3"/>
            <a:endCxn id="16" idx="0"/>
          </p:cNvCxnSpPr>
          <p:nvPr/>
        </p:nvCxnSpPr>
        <p:spPr>
          <a:xfrm rot="5400000">
            <a:off x="1928794" y="2250273"/>
            <a:ext cx="1428760" cy="235745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직선 연결선 22"/>
          <p:cNvCxnSpPr>
            <a:stCxn id="14" idx="3"/>
            <a:endCxn id="13" idx="0"/>
          </p:cNvCxnSpPr>
          <p:nvPr/>
        </p:nvCxnSpPr>
        <p:spPr>
          <a:xfrm rot="16200000" flipH="1">
            <a:off x="3643306" y="2893215"/>
            <a:ext cx="428628" cy="714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직선 연결선 24"/>
          <p:cNvCxnSpPr>
            <a:stCxn id="13" idx="1"/>
            <a:endCxn id="16" idx="3"/>
          </p:cNvCxnSpPr>
          <p:nvPr/>
        </p:nvCxnSpPr>
        <p:spPr>
          <a:xfrm rot="10800000" flipV="1">
            <a:off x="2428860" y="3679033"/>
            <a:ext cx="500066" cy="1000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>
            <a:stCxn id="16" idx="3"/>
            <a:endCxn id="6" idx="1"/>
          </p:cNvCxnSpPr>
          <p:nvPr/>
        </p:nvCxnSpPr>
        <p:spPr>
          <a:xfrm>
            <a:off x="2428860" y="4679165"/>
            <a:ext cx="571504" cy="13573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>
            <a:stCxn id="13" idx="3"/>
            <a:endCxn id="17" idx="1"/>
          </p:cNvCxnSpPr>
          <p:nvPr/>
        </p:nvCxnSpPr>
        <p:spPr>
          <a:xfrm>
            <a:off x="4857752" y="3679033"/>
            <a:ext cx="571504" cy="158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2" name="직선 연결선 31"/>
          <p:cNvCxnSpPr>
            <a:stCxn id="17" idx="1"/>
            <a:endCxn id="6" idx="3"/>
          </p:cNvCxnSpPr>
          <p:nvPr/>
        </p:nvCxnSpPr>
        <p:spPr>
          <a:xfrm rot="10800000" flipV="1">
            <a:off x="4929190" y="3679033"/>
            <a:ext cx="500066" cy="2357454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5" name="직사각형 34"/>
          <p:cNvSpPr/>
          <p:nvPr/>
        </p:nvSpPr>
        <p:spPr>
          <a:xfrm>
            <a:off x="2643174" y="1785926"/>
            <a:ext cx="2571768" cy="49292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5429256" y="1785926"/>
            <a:ext cx="1928826" cy="1071570"/>
          </a:xfrm>
          <a:prstGeom prst="rect">
            <a:avLst/>
          </a:prstGeom>
          <a:solidFill>
            <a:schemeClr val="bg1"/>
          </a:solidFill>
          <a:ln w="50800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dirty="0" smtClean="0">
                <a:solidFill>
                  <a:schemeClr val="tx1"/>
                </a:solidFill>
              </a:rPr>
              <a:t>Monitoring</a:t>
            </a:r>
          </a:p>
          <a:p>
            <a:pPr algn="ctr"/>
            <a:r>
              <a:rPr lang="en-US" altLang="ko-KR" sz="1700" dirty="0" smtClean="0">
                <a:solidFill>
                  <a:schemeClr val="tx1"/>
                </a:solidFill>
              </a:rPr>
              <a:t>Client</a:t>
            </a:r>
            <a:endParaRPr lang="ko-KR" altLang="en-US" sz="1700" dirty="0">
              <a:solidFill>
                <a:schemeClr val="tx1"/>
              </a:solidFill>
            </a:endParaRPr>
          </a:p>
        </p:txBody>
      </p:sp>
      <p:cxnSp>
        <p:nvCxnSpPr>
          <p:cNvPr id="42" name="직선 연결선 41"/>
          <p:cNvCxnSpPr>
            <a:stCxn id="40" idx="2"/>
            <a:endCxn id="17" idx="0"/>
          </p:cNvCxnSpPr>
          <p:nvPr/>
        </p:nvCxnSpPr>
        <p:spPr>
          <a:xfrm rot="5400000">
            <a:off x="6250793" y="3000372"/>
            <a:ext cx="28575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>
            <a:stCxn id="13" idx="2"/>
            <a:endCxn id="19" idx="0"/>
          </p:cNvCxnSpPr>
          <p:nvPr/>
        </p:nvCxnSpPr>
        <p:spPr>
          <a:xfrm rot="16200000" flipH="1">
            <a:off x="4536281" y="3571876"/>
            <a:ext cx="1285884" cy="257176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6" name="직선 연결선 45"/>
          <p:cNvCxnSpPr>
            <a:stCxn id="6" idx="3"/>
            <a:endCxn id="19" idx="0"/>
          </p:cNvCxnSpPr>
          <p:nvPr/>
        </p:nvCxnSpPr>
        <p:spPr>
          <a:xfrm flipV="1">
            <a:off x="4929190" y="5500702"/>
            <a:ext cx="1535917" cy="53578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7" name="타원 46"/>
          <p:cNvSpPr/>
          <p:nvPr/>
        </p:nvSpPr>
        <p:spPr>
          <a:xfrm>
            <a:off x="285720" y="2428868"/>
            <a:ext cx="2000264" cy="12144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GAME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Client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428596" y="5286388"/>
            <a:ext cx="1990772" cy="7953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chemeClr val="tx1"/>
                </a:solidFill>
              </a:rPr>
              <a:t>직접 구현한 것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49" name="제목 1"/>
          <p:cNvSpPr txBox="1">
            <a:spLocks/>
          </p:cNvSpPr>
          <p:nvPr/>
        </p:nvSpPr>
        <p:spPr>
          <a:xfrm>
            <a:off x="-285784" y="1214422"/>
            <a:ext cx="8501122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 2-5.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 </a:t>
            </a:r>
            <a:r>
              <a:rPr lang="ko-KR" altLang="en-US" sz="2000" b="1" dirty="0" err="1" smtClean="0">
                <a:latin typeface="+mj-lt"/>
                <a:ea typeface="+mj-ea"/>
                <a:cs typeface="+mj-cs"/>
              </a:rPr>
              <a:t>유니티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 액션 게임 게임서버 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채팅서버  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IOCP 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이용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,DB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4" name="제목 1"/>
          <p:cNvSpPr txBox="1">
            <a:spLocks/>
          </p:cNvSpPr>
          <p:nvPr/>
        </p:nvSpPr>
        <p:spPr>
          <a:xfrm>
            <a:off x="-1785982" y="6000768"/>
            <a:ext cx="6715172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나머지 부분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(</a:t>
            </a:r>
            <a:r>
              <a:rPr lang="en-US" altLang="ko-KR" sz="2000" b="1" dirty="0" err="1" smtClean="0">
                <a:latin typeface="+mj-lt"/>
                <a:ea typeface="+mj-ea"/>
                <a:cs typeface="+mj-cs"/>
              </a:rPr>
              <a:t>GameCodi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)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-571536" y="2857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</a:t>
            </a:r>
            <a:r>
              <a:rPr kumimoji="0" lang="en-US" altLang="ko-KR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포트폴리오 작업 내용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-285784" y="1214422"/>
            <a:ext cx="8501122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 2-5.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 </a:t>
            </a:r>
            <a:r>
              <a:rPr lang="ko-KR" altLang="en-US" sz="2000" b="1" dirty="0" err="1" smtClean="0">
                <a:latin typeface="+mj-lt"/>
                <a:ea typeface="+mj-ea"/>
                <a:cs typeface="+mj-cs"/>
              </a:rPr>
              <a:t>유니티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 액션 게임 게임서버 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채팅서버  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IOCP 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이용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,DB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785926"/>
            <a:ext cx="7572428" cy="4159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제목 1"/>
          <p:cNvSpPr txBox="1">
            <a:spLocks/>
          </p:cNvSpPr>
          <p:nvPr/>
        </p:nvSpPr>
        <p:spPr>
          <a:xfrm>
            <a:off x="2714612" y="6000768"/>
            <a:ext cx="6715172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ko-KR" altLang="en-US" sz="2000" b="1" dirty="0" err="1" smtClean="0">
                <a:latin typeface="+mj-lt"/>
                <a:ea typeface="+mj-ea"/>
                <a:cs typeface="+mj-cs"/>
              </a:rPr>
              <a:t>유니티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 액션 게임 클라이언트 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(</a:t>
            </a:r>
            <a:r>
              <a:rPr lang="en-US" altLang="ko-KR" sz="2000" b="1" dirty="0" err="1" smtClean="0">
                <a:latin typeface="+mj-lt"/>
                <a:ea typeface="+mj-ea"/>
                <a:cs typeface="+mj-cs"/>
              </a:rPr>
              <a:t>GameCodi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)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제목 1">
            <a:hlinkClick r:id="rId3"/>
          </p:cNvPr>
          <p:cNvSpPr txBox="1">
            <a:spLocks/>
          </p:cNvSpPr>
          <p:nvPr/>
        </p:nvSpPr>
        <p:spPr>
          <a:xfrm>
            <a:off x="285720" y="6000768"/>
            <a:ext cx="3214678" cy="64294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ko-KR" altLang="en-US" sz="2000" b="1" dirty="0" smtClean="0">
                <a:solidFill>
                  <a:schemeClr val="accent4">
                    <a:lumMod val="50000"/>
                  </a:schemeClr>
                </a:solidFill>
                <a:latin typeface="+mj-lt"/>
                <a:ea typeface="+mj-ea"/>
                <a:cs typeface="+mj-cs"/>
                <a:hlinkClick r:id="rId3"/>
              </a:rPr>
              <a:t>게임 동영상 보기 클릭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428860" y="3571876"/>
            <a:ext cx="1928826" cy="17859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-571536" y="2857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</a:t>
            </a:r>
            <a:r>
              <a:rPr kumimoji="0" lang="en-US" altLang="ko-KR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포트폴리오 작업 내용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85926"/>
            <a:ext cx="2078331" cy="4724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14545" y="1857364"/>
            <a:ext cx="6861483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제목 1"/>
          <p:cNvSpPr txBox="1">
            <a:spLocks/>
          </p:cNvSpPr>
          <p:nvPr/>
        </p:nvSpPr>
        <p:spPr>
          <a:xfrm>
            <a:off x="2143108" y="6215058"/>
            <a:ext cx="6715172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altLang="ko-KR" sz="2000" b="1" dirty="0" err="1" smtClean="0">
                <a:latin typeface="+mj-lt"/>
                <a:ea typeface="+mj-ea"/>
                <a:cs typeface="+mj-cs"/>
              </a:rPr>
              <a:t>MySQL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 DB 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구조와 모니터링 클라이언트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-285784" y="1214422"/>
            <a:ext cx="8501122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 2-5.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 </a:t>
            </a:r>
            <a:r>
              <a:rPr lang="ko-KR" altLang="en-US" sz="2000" b="1" dirty="0" err="1" smtClean="0">
                <a:latin typeface="+mj-lt"/>
                <a:ea typeface="+mj-ea"/>
                <a:cs typeface="+mj-cs"/>
              </a:rPr>
              <a:t>유니티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 액션 게임 게임서버 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채팅서버  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IOCP 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이용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,DB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-571536" y="2857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</a:t>
            </a:r>
            <a:r>
              <a:rPr kumimoji="0" lang="en-US" altLang="ko-KR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4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포트폴리오 작업 내용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-285784" y="1214422"/>
            <a:ext cx="6715172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 2-5.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 </a:t>
            </a:r>
            <a:r>
              <a:rPr lang="ko-KR" altLang="en-US" sz="2000" b="1" dirty="0" err="1" smtClean="0">
                <a:latin typeface="+mj-lt"/>
                <a:ea typeface="+mj-ea"/>
                <a:cs typeface="+mj-cs"/>
              </a:rPr>
              <a:t>유니티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 액션 게임 게임서버 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, </a:t>
            </a:r>
            <a:r>
              <a:rPr lang="ko-KR" altLang="en-US" sz="2000" b="1" dirty="0" smtClean="0">
                <a:latin typeface="+mj-lt"/>
                <a:ea typeface="+mj-ea"/>
                <a:cs typeface="+mj-cs"/>
              </a:rPr>
              <a:t>채팅서버 </a:t>
            </a:r>
            <a:r>
              <a:rPr lang="en-US" altLang="ko-KR" sz="2000" b="1" dirty="0" smtClean="0">
                <a:latin typeface="+mj-lt"/>
                <a:ea typeface="+mj-ea"/>
                <a:cs typeface="+mj-cs"/>
              </a:rPr>
              <a:t>,DB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제목 1"/>
          <p:cNvSpPr txBox="1">
            <a:spLocks/>
          </p:cNvSpPr>
          <p:nvPr/>
        </p:nvSpPr>
        <p:spPr>
          <a:xfrm>
            <a:off x="1000100" y="5929330"/>
            <a:ext cx="6715172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ko-KR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채팅 서버와 게임 서버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00240"/>
            <a:ext cx="9194686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500034" y="21429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3. </a:t>
            </a:r>
            <a:r>
              <a:rPr kumimoji="0" lang="ko-KR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코딩 스타일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142984"/>
            <a:ext cx="3534544" cy="5286412"/>
          </a:xfrm>
          <a:prstGeom prst="rect">
            <a:avLst/>
          </a:prstGeom>
          <a:noFill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6314" y="1071546"/>
            <a:ext cx="3115273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9" name="직선 연결선 18"/>
          <p:cNvCxnSpPr/>
          <p:nvPr/>
        </p:nvCxnSpPr>
        <p:spPr>
          <a:xfrm>
            <a:off x="2357422" y="2000240"/>
            <a:ext cx="128588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 rot="5400000">
            <a:off x="2072464" y="3571876"/>
            <a:ext cx="3142478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rot="10800000">
            <a:off x="2571736" y="5143512"/>
            <a:ext cx="107157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1428728" y="1857364"/>
            <a:ext cx="928694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1500166" y="5000636"/>
            <a:ext cx="1071570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모서리가 둥근 직사각형 26"/>
          <p:cNvSpPr/>
          <p:nvPr/>
        </p:nvSpPr>
        <p:spPr>
          <a:xfrm>
            <a:off x="2714612" y="2928934"/>
            <a:ext cx="1214446" cy="50006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상속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5500694" y="2000240"/>
            <a:ext cx="1000132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5715008" y="2214554"/>
            <a:ext cx="1000132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연결선 29"/>
          <p:cNvCxnSpPr/>
          <p:nvPr/>
        </p:nvCxnSpPr>
        <p:spPr>
          <a:xfrm>
            <a:off x="6500826" y="2071678"/>
            <a:ext cx="128588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rot="5400000">
            <a:off x="7608909" y="2250273"/>
            <a:ext cx="356396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6715140" y="2428868"/>
            <a:ext cx="107157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모서리가 둥근 직사각형 39"/>
          <p:cNvSpPr/>
          <p:nvPr/>
        </p:nvSpPr>
        <p:spPr>
          <a:xfrm>
            <a:off x="7572396" y="2000240"/>
            <a:ext cx="1214446" cy="50006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상속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500034" y="21429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3. </a:t>
            </a:r>
            <a:r>
              <a:rPr kumimoji="0" lang="ko-KR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코딩 스타일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181785"/>
            <a:ext cx="6072230" cy="5676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모서리가 둥근 직사각형 21"/>
          <p:cNvSpPr/>
          <p:nvPr/>
        </p:nvSpPr>
        <p:spPr>
          <a:xfrm>
            <a:off x="5000628" y="5357826"/>
            <a:ext cx="3714776" cy="7143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DB </a:t>
            </a:r>
            <a:r>
              <a:rPr lang="ko-KR" altLang="en-US" dirty="0" err="1" smtClean="0">
                <a:solidFill>
                  <a:schemeClr val="tx1"/>
                </a:solidFill>
              </a:rPr>
              <a:t>스레드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</a:rPr>
              <a:t>Event </a:t>
            </a:r>
            <a:r>
              <a:rPr lang="ko-KR" altLang="en-US" dirty="0" smtClean="0">
                <a:solidFill>
                  <a:schemeClr val="tx1"/>
                </a:solidFill>
              </a:rPr>
              <a:t>방식으로 구현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500034" y="21429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3. </a:t>
            </a:r>
            <a:r>
              <a:rPr kumimoji="0" lang="ko-KR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코딩 스타일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142984"/>
            <a:ext cx="4643438" cy="5366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00562" y="1142984"/>
            <a:ext cx="4276725" cy="543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모서리가 둥근 직사각형 7"/>
          <p:cNvSpPr/>
          <p:nvPr/>
        </p:nvSpPr>
        <p:spPr>
          <a:xfrm>
            <a:off x="4714876" y="357166"/>
            <a:ext cx="3714776" cy="7143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각각 함수를 </a:t>
            </a:r>
            <a:r>
              <a:rPr lang="ko-KR" altLang="en-US" dirty="0" err="1" smtClean="0">
                <a:solidFill>
                  <a:schemeClr val="tx1"/>
                </a:solidFill>
              </a:rPr>
              <a:t>패킷화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1725" y="1000108"/>
            <a:ext cx="4502275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제목 1"/>
          <p:cNvSpPr txBox="1">
            <a:spLocks/>
          </p:cNvSpPr>
          <p:nvPr/>
        </p:nvSpPr>
        <p:spPr>
          <a:xfrm>
            <a:off x="500034" y="21429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3. </a:t>
            </a:r>
            <a:r>
              <a:rPr kumimoji="0" lang="ko-KR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코딩 스타일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142984"/>
            <a:ext cx="4581525" cy="552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모서리가 둥근 직사각형 7"/>
          <p:cNvSpPr/>
          <p:nvPr/>
        </p:nvSpPr>
        <p:spPr>
          <a:xfrm>
            <a:off x="4714876" y="5786454"/>
            <a:ext cx="3714776" cy="7143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클래스 상속 및 가상함수 이용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500034" y="21429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3. </a:t>
            </a:r>
            <a:r>
              <a:rPr kumimoji="0" lang="ko-KR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코딩 스타일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142984"/>
            <a:ext cx="7143750" cy="550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8992" y="1142984"/>
            <a:ext cx="6000760" cy="438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모서리가 둥근 직사각형 7"/>
          <p:cNvSpPr/>
          <p:nvPr/>
        </p:nvSpPr>
        <p:spPr>
          <a:xfrm>
            <a:off x="4857752" y="5929330"/>
            <a:ext cx="3714776" cy="7143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IOCP </a:t>
            </a:r>
            <a:r>
              <a:rPr lang="ko-KR" altLang="en-US" dirty="0" err="1" smtClean="0">
                <a:solidFill>
                  <a:schemeClr val="tx1"/>
                </a:solidFill>
              </a:rPr>
              <a:t>워커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r>
              <a:rPr lang="ko-KR" altLang="en-US" dirty="0" err="1" smtClean="0">
                <a:solidFill>
                  <a:schemeClr val="tx1"/>
                </a:solidFill>
              </a:rPr>
              <a:t>스레드</a:t>
            </a:r>
            <a:r>
              <a:rPr lang="ko-KR" altLang="en-US" dirty="0" smtClean="0">
                <a:solidFill>
                  <a:schemeClr val="tx1"/>
                </a:solidFill>
              </a:rPr>
              <a:t> 이용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714348" y="2571744"/>
            <a:ext cx="7772400" cy="1470025"/>
          </a:xfrm>
        </p:spPr>
        <p:txBody>
          <a:bodyPr/>
          <a:lstStyle/>
          <a:p>
            <a:r>
              <a:rPr lang="ko-KR" altLang="en-US" b="1" dirty="0" smtClean="0"/>
              <a:t>감사합니다</a:t>
            </a:r>
            <a:r>
              <a:rPr lang="en-US" altLang="ko-KR" b="1" dirty="0" smtClean="0"/>
              <a:t>.</a:t>
            </a:r>
            <a:endParaRPr lang="ko-KR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474</Words>
  <Application>Microsoft Office PowerPoint</Application>
  <PresentationFormat>화면 슬라이드 쇼(4:3)</PresentationFormat>
  <Paragraphs>104</Paragraphs>
  <Slides>22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3" baseType="lpstr">
      <vt:lpstr>Office 테마</vt:lpstr>
      <vt:lpstr>게임 종합 포트폴리오</vt:lpstr>
      <vt:lpstr>목차</vt:lpstr>
      <vt:lpstr>1.자기 소개</vt:lpstr>
      <vt:lpstr>슬라이드 4</vt:lpstr>
      <vt:lpstr>슬라이드 5</vt:lpstr>
      <vt:lpstr>2-2. 2D게임 - TCP 파이터 서버와 클라이언트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감사합니다.</vt:lpstr>
    </vt:vector>
  </TitlesOfParts>
  <Company>R&amp;D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게임 종합 포트폴리오</dc:title>
  <dc:creator>Microsoft Corporation</dc:creator>
  <cp:lastModifiedBy>hi</cp:lastModifiedBy>
  <cp:revision>40</cp:revision>
  <dcterms:created xsi:type="dcterms:W3CDTF">2006-10-05T04:04:58Z</dcterms:created>
  <dcterms:modified xsi:type="dcterms:W3CDTF">2016-04-19T17:45:11Z</dcterms:modified>
</cp:coreProperties>
</file>